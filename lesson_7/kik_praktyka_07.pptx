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відповідає на питання «яке значення на позиції 2». Словник — на питання «яка верхня межа діапазону». Друге зрозуміліше.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Кінцева мета — demo_04. Це структура даних, яку реально використовують у системах реєстрації.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Серія вимірювань лишається списком — там усі елементи однакові за змістом. Паспорт датчика — словник.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Квадратні дужки ті самі, що в списку, але всередині не номер, а ключ. Фігурні дужки при створенні.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Наприкінці звернути увагу: словник виводиться повністю разом із ключами — зручно для перевірки.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Друкарська помилка в імені ключа при читанні дає KeyError, а при записі — мовчки створює новий ключ. Друге небезпечніше.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Паралель із enumerate допомагає: items — те саме, тільки ключ замість номера.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Четвертий пункт нагадує про функції: словник передається одним параметром замість п'яти окремих.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Наголосити на останньому: лічильник не потребує переліку категорій наперед. Це головна перевага перед набором окремих змінних.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Очікуваний результат для контрольної серії: НОРМА 3, ПОПЕРЕДЖЕННЯ 1, АВАРІЯ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Ця структура — прямий прообраз рядка таблиці в базі даних або в CSV-файлі, який буде далі в курсі.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Передача функції як аргументу — нова ідея. Варто сказати, що функція теж значення, яке можна передати.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 за станами має дати НОРМА 3, ПОПЕРЕДЖЕННЯ 1, АВАРІЯ 1. Найбільше значення — запис 5 зі 150.0.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пряме продовження заняття 5. Повернення кількох значень лишається доречним для двох-трьох результатів.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Перша пастка найпідступніша: програма працює, а значення беруться не звідти. print словника її одразу викриває.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Четверта помилка — пряме повторення помилки з накопичувачем із заняття 4 і зі списком із заняття 6. Варто це назвати.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Третє домашнє завдання — зведення по кількох каналах — найскладніше: словник словників. Варто показати структуру на дошці.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заняття №7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зберігаються за іменем, а не за номером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94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ключ → значення  ·  паспорт датчика  ·  журнал вимірювань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демо-скрипти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— окремо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7842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матеріали в Git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працюємо сьогодні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ритм: короткий слайд — і за клавіатуру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і значення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створення, доступ, зміна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588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як опис датчика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Лічильник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підрахунок за категоріями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словників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знадобиться з минулих занять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 та прохід по них циклом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 з параметрами та return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умови if / elif / else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вимірювань, у якому кожен запис містить номер, значення й стан, із підсумковою статистикою за станами.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СЛОВНИК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позиції нічого не пояснює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датчика, записаний двома способами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Списком — доступ за номером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112264"/>
            <a:ext cx="47183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= ["Температура", "°C",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-40.0, 60.0, 100.0]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print(sensor[3])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60.0 — а що це за величина?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щоб зрозуміти код, треба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пам'ятати порядок елементів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Словником — доступ за іменем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112264"/>
            <a:ext cx="47183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=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"Температура",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"unit": "°C",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"min": -40.0,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"max": 60.0,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"alarm": 100.0,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print(sensor["max"])   # зрозуміло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9474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177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потрібен, коли елементи однорідні й важливий порядок. Словник — коли кожне значення має власний зміст.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І ДОСТУП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— набір пар «ключ: значення»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зазвичай рядок, значення — будь-що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2636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8613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=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"Температура",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"unit": "°C",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"max": 60.0,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print(sensor["name"])    # Температура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print(len(sensor))       # 3   кількість пар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зміна наявного значення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sensor["max"] = 80.0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додавання нової пари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sensor["alarm"] = 100.0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= {}               # порожній словник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1783080"/>
            <a:ext cx="155448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783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19293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418320" y="178308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0" y="17830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Температура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2606040"/>
            <a:ext cx="155448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26060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7523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418320" y="260604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0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3429000"/>
            <a:ext cx="155448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34290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18320" y="342900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0" y="3429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4251960"/>
            <a:ext cx="155448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42519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43982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418320" y="425196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18320" y="42519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1481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14813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датчика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хвилин · файл demo_01_dict_basics.py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словник із паспортними даними датчика: назва, одиниця, межі діапазону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назву й верхню межу, звертаючись за ключем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кількість пар у словнику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Змінити верхню межу та додати нову пару з аварійною уставкою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словник цілком після змін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=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"Температура",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"unit": "°C",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"min": -40.0,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"max": 60.0,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print(sensor["name"])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print(len(sensor))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sensor["max"] = 80.0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sensor["alarm"] = 100.0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print(sensor)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КЛЮЧА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до неіснуючого ключа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Найчастіша помилка при роботі зі словником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2636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8613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= {"name": "Температура", "max": 60.0}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print(sensor["alarm"])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KeyError: 'alarm'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перевірка наявності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"alarm" in sensor: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print(sensor["alarm"])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значення за замовчуванням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print(sensor.get("alarm"))        # None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print(sensor.get("alarm", 100.0)) # 100.0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1481328"/>
            <a:ext cx="3977640" cy="178308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6276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Оператор 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199339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словника перевіряє наявність КЛЮЧА, а не значення. Результат — bool, тож його можна ставити прямо в умову.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3429000"/>
            <a:ext cx="3977640" cy="1664208"/>
          </a:xfrm>
          <a:prstGeom prst="roundRect">
            <a:avLst>
              <a:gd name="adj" fmla="val 494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3566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Метод get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391363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значення, якщо ключ є, і друге переданe значення, якщо ключа немає. Помилки не виникає.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ключ може бути відсутній — користуйтеся get. Якщо його відсутність означає помилку — лишайте квадратні дужки.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ПРОХІД ЦИКЛОМ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способи обійти словник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ключами, за значеннями або одразу парами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0899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= {"name": "Температура",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"unit": "°C", "max": 60.0}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 ключами (так працює і просто for k in sensor)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 in sensor.keys():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print(key)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 значеннями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value in sensor.values():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print(value)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парами — найкорисніше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key, value in sensor.items():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print(f"{key:10} {value}")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481328"/>
            <a:ext cx="3749040" cy="1965960"/>
          </a:xfrm>
          <a:prstGeom prst="roundRect">
            <a:avLst>
              <a:gd name="adj" fmla="val 418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02996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Видає одразу дві речі — ключ і значення. Працює так само, як enumerate для списку, тільки замість номера — ключ.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611880"/>
            <a:ext cx="3749040" cy="1847088"/>
          </a:xfrm>
          <a:prstGeom prst="roundRect">
            <a:avLst>
              <a:gd name="adj" fmla="val 445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Звичайний for дає ключі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114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for k in sensor перебирає КЛЮЧІ, а не значення. Для списку той самий запис давав значення — легко переплутати.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Вивід паспорта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demo_02_passport.py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паспорт датчика таблицею: ключ ліворуч, значення праворуч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наявність ключа з аварійною уставкою через 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Отримати це саме значення через get із типовим значенням 100.0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функцію, що приймає словник і повертає рядок із назвою та діапазоном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key, value in sensor.items():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print(f"{key:8} {value}")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"alarm" in sensor: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print("Уставка:", sensor["alarm"])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print("Уставку не задано")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print(sensor.get("alarm", 100.0))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describe(s):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опис датчика рядком."""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ЛІЧИЛЬНИК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Підрахунок за категоріями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Класичне застосування словника: ключ — категорія, значення — кількість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0899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states = ["НОРМА", "НОРМА", "ПОПЕРЕДЖЕННЯ",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"НОРМА", "АВАРІЯ"]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{}                  # створюємо ДО циклу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state in states: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counts[state] = counts.get(state, 0) + 1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print(counts)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{'НОРМА': 3, 'ПОПЕРЕДЖЕННЯ': 1, 'АВАРІЯ': 1}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state, number in counts.items():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print(f"{state:15} {number}")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481328"/>
            <a:ext cx="3749040" cy="1965960"/>
          </a:xfrm>
          <a:prstGeom prst="roundRect">
            <a:avLst>
              <a:gd name="adj" fmla="val 418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працює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02996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повертає 0, якщо категорія трапилася вперше, і поточну кількість, якщо вже була. Додаємо одиницю й записуємо назад.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611880"/>
            <a:ext cx="3749040" cy="148132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get — довше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09651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state in counts: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counts[state] +=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counts[state] =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заздалегідь знати не треба: категорії з'являються у словнику самі, щойно трапляються в даних.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за станами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demo_03_counter.py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Зчитати серію вимірювань у список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кожного значення визначити стан функцією classify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словником, скільки разів трапився кожен стан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результат таблицею: стан і кількість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на серії 20, 25, 70, 18, 150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HI, ALARM = -40.0, 60.0, 100.0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classify(value, lo, hi, alarm):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стан параметра."""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{}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value in data: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classify(value, LO, HI, ALARM)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counts[state] = counts.get(state, 0) + 1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state, number in counts.items():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print(f"{state:15} {number}")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СЛОВНИКІВ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вимірювань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запис — словник, увесь журнал — список цих словників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9494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54710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{"n": 1, "value": 20.0, "state": "НОРМА"}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 = []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journal.append(record)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доступ: спершу запис за номером,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потім поле за іменем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print(journal[0]["value"])      # 20.0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прохід по журналу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rec in journal: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print(f"{rec['n']:3} {rec['value']:8.1f} {rec['state']}")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1481328"/>
            <a:ext cx="3291840" cy="1600200"/>
          </a:xfrm>
          <a:prstGeom prst="roundRect">
            <a:avLst>
              <a:gd name="adj" fmla="val 514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27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рівні доступу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99339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journal[0]</a:t>
            </a:r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запис за номером, </a:t>
            </a:r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["value"]</a:t>
            </a:r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поле за іменем.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3246120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Лапки в f-рядку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73075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Усередині f"..." ключ беруть в одинарні лапки, інакше рядок обірветься.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так виглядає таблиця даних у пам'яті: рядки — елементи списку, стовпці — ключі словника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ЖУРНАЛУ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та сортування записів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сортування за полем потрібна функція, що це поле повертає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0899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get_value(record):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виміряне значення із запису."""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record["value"]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сортування журналу за значенням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 = sorted(journal, key=get_value)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запис із найбільшим значенням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worst = max(journal, key=get_value)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print(worst["n"], worst["value"])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відбір записів за станом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alarms = []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rec in journal: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rec["state"] == "АВАРІЯ":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alarms.append(rec)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481328"/>
            <a:ext cx="3749040" cy="1965960"/>
          </a:xfrm>
          <a:prstGeom prst="roundRect">
            <a:avLst>
              <a:gd name="adj" fmla="val 418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Параметр key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02996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Приймає ІМ'Я функції без дужок. sorted викличе її для кожного запису й порівнюватиме те, що вона поверне.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611880"/>
            <a:ext cx="3749040" cy="1847088"/>
          </a:xfrm>
          <a:prstGeom prst="roundRect">
            <a:avLst>
              <a:gd name="adj" fmla="val 445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дужок!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114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key=get_value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передає саму функцію. Запис </a:t>
            </a:r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key=get_value()</a:t>
            </a:r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спробує викликати її одразу й дасть помилку.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вимірювань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хвилин · файл demo_04_journal.py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Зчитати серію й зібрати журнал: список словників із номером, значенням і станом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журнал таблицею з заголовком стовпців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записи, відсортовані за значенням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запис із найбільшим значенням і вивести його номер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підсумок за станами словником-лічильником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 = []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value in enumerate(data, start=1):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journal.append({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"n": i,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"value": value,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"state": classify(value, LO, HI, ALARM),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get_value(record):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значення із запису."""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record["value"]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 = sorted(journal, key=get_value)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worst = max(journal, key=get_value)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І ФУНКЦІЇ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словник замість кількох значень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результатів багато, іменований результат зрозуміліший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5: кілька значень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112264"/>
            <a:ext cx="47183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describe(values):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mean, median, spread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 = describe(data)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що саме в b? треба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дивитися опис функції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додали четвертий результат 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усі виклики треба правити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7: словник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112264"/>
            <a:ext cx="47183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describe(values):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"mean": mean,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"median": median,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"spread": spread,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 = describe(data)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print(stats["median"])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177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словником порядок результатів не має значення, а нове поле можна додати, не ламаючи наявні виклики.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ПАСТКИ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особливості словника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дає помилку одразу, друга й третя — мовчки псують дані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3291840" cy="3017520"/>
          </a:xfrm>
          <a:prstGeom prst="roundRect">
            <a:avLst>
              <a:gd name="adj" fmla="val 272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7190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Друкарська помилка в ключі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5915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читанні — KeyError, при записі ключ просто створюється новий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47472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547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sensor["mux"] = 60   # з'явився зайвий ключ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3291840" cy="3017520"/>
          </a:xfrm>
          <a:prstGeom prst="roundRect">
            <a:avLst>
              <a:gd name="adj" fmla="val 272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7190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Повторний ключ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35915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Записавши за наявним ключем, старе значення втрачається без попередження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347472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3547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sensor["max"] = 60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sensor["max"] = 80   # лишилося 80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01000" y="1554480"/>
            <a:ext cx="3291840" cy="3017520"/>
          </a:xfrm>
          <a:prstGeom prst="roundRect">
            <a:avLst>
              <a:gd name="adj" fmla="val 272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17190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має бути незмінним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35915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і число — можна, список — ні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347472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3547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d[[1, 2]] = 5   # TypeError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" y="4754880"/>
            <a:ext cx="106070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754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Перевірка: виведіть словник цілком через print(sensor). Видно одразу всі ключі, зокрема ті, що з'явилися через помилку.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помилки саме цього заняття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перші дають повідомлення, дві наступні — ні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9568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до ключа, якого немає у словнику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sensor.get("alarm", 100.0)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key=get_value()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568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Дужки викликають функцію замість того, щоб передати її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key=get_value   без дужок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d дає ключі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65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списку той самий запис давав значення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k, v in d.items()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Лічильник у циклі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465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створюється наново на кожній ітерації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{} має бути ДО циклу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57200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4663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перевірити роботу зі словником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9743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Виводьте словник цілком після кожної зміни. Один рядок показує всі ключі, усі значення й кількість пар — більшість помилок видно без розбору коду.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 та домашнє завдання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здаємо у спосіб, погоджений на парі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7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парі · demo_01 … demo_04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окремі файли, по одному на кожне завдання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датчика описано словником, а не набором окремих змінних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вимірювань зібрано як список словників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версії будуть у репозиторії після пари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· task_07.py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окреме завдання, не повторення того, що робили на парі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довідник датчиків, журнал подій із підсумком за станами, зведення по кількох каналах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контрольні значення наведені в умові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— у теці kik-praktykum/praktyka_07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93776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37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Матеріали курсу: github.com/hulevych93/Computer_Integrated_Systems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файли — збереження журналу вимірювань на диск і читання назад.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2026-10-15T18:41:15Z</dcterms:created>
  <dcterms:modified xsi:type="dcterms:W3CDTF">2026-10-15T18:41:15Z</dcterms:modified>
</cp:coreProperties>
</file>