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Ключова зміна: досі дані зникали одразу після зчитування. Тепер серія лишається в пам'яті, і з нею можна працювати повторно.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Наголосити: зрізи вже знайомі з третього заняття, просто тепер застосовуються до списку.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Медіана — найпереконливіший приклад: її принципово не можна порахувати на льоту, потрібен відсортований набір.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Підкреслити спільне з рядками: нумерація з нуля, від'ємні індекси, права межа зрізу не входить.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Четвертий пункт показує головну відмінність від рядка: рядок змінити не можна, список — можна.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Контраст із рядками важливий: там s.upper() повертає новий рядок, тут t.append() змінює наявний список.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Багато хто за звичкою пише for i in range(len(t)). Показати, що прямий прохід коротший і читабельніший.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Контрольна серія на все заняття: 20, 25, 70, 18, -50 — та сама, що на заняттях 4 і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Важливо не знецінити заняття 4. Обидва підходи робочі, вибір залежить від того, чи поміщаються дані в пам'ять.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Приклад із контрольною серією дуже наочний: один промах -50 зміщує середнє, медіана стійка.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контрольної серії: середнє 16.600, медіана 20.000, розмах 120.000.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Відбраковування промахів — стандартна процедура обробки результатів вимірювань. Тут вона з'являється природно.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 на останньому: списки роблять функції тестованими без діалогу з користувачем.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Очікуваний результат: по всій серії 16.600, по придатних 21.000. Різниця наочно показує вплив промахів.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Перша пастка проявляється не одразу й виглядає як містика. Варто показати її в терміналі.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Друга помилка — пряме продовження помилки з накопичувачем на занятті 4. Варто згадати той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Третє домашнє завдання — ковзне середнє — найскладніше. Варто пояснити ідею на дошці перед кінцем пари.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заняття №6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Списки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Серія вимірювань зберігається в пам'яті цілком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777240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9476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створення  →  наповнення  →  обробка  →  фільтрація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демо-скрипти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— окремо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7842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матеріали в 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працюємо сьогодні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Той самий ритм: короткий слайд — і за клавіатуру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список, індекси, зрізи, довжина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Наповнення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і прохід циклом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Обробка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min, max, сортування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відбір значень за умовою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знадобиться з минулих занять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індекси та зрізи — такі самі, як у рядків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for і умови if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з параметрами та return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35204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3675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4041648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Аналіз серії вимірювань із сортуванням, медіаною та поділом на придатні й відбраковані значення.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НАВІЩО СПИСОК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Чого не можна зробити без збереження даних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четвертому занятті кожне значення зникало одразу після зчитування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Можна було й без списку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945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суму та середнє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мінімум і максимум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порахувати значення поза допуском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Неможливо без списку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94560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відсортувати серію за зростанням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знайти медіану — значення посередині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порівняти кожен вимір із середнім по серії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серію повторно, в іншому вигляді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10607040" cy="1188720"/>
          </a:xfrm>
          <a:prstGeom prst="roundRect">
            <a:avLst>
              <a:gd name="adj" fmla="val 6923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3891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одна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71830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Усе, що вимагає другого проходу по даних або порівняння значень між собою, потребує, щоб дані зберігалися. Список — це спосіб тримати всю серію під одним іменем.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І ДОСТУП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— впорядкований набір значень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Індексація й зрізи працюють так само, як у рядків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створення зі значеннями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[20.0, 25.0, 18.0, 30.0, 22.0]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порожній список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 = []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print(t)          # весь список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print(len(t))     # 5   кількість елементів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print(t[0])       # 20.0   перший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print(t[-1])      # 22.0   останній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print(t[1:3])     # [25.0, 18.0]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print(t[:3])      # перші три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69480" y="1874520"/>
            <a:ext cx="713232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269480" y="18745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20.0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269480" y="24871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69480" y="27432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92440" y="1874520"/>
            <a:ext cx="713232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0" y="18745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25.0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24871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27432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15400" y="1874520"/>
            <a:ext cx="713232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15400" y="18745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18.0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24871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27432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38360" y="1874520"/>
            <a:ext cx="713232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738360" y="18745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30.0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738360" y="24871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9738360" y="27432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561320" y="1874520"/>
            <a:ext cx="713232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61320" y="1874520"/>
            <a:ext cx="713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22.0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10561320" y="24871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0561320" y="27432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14813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78040" y="3246120"/>
            <a:ext cx="4206240" cy="2212848"/>
          </a:xfrm>
          <a:prstGeom prst="roundRect">
            <a:avLst>
              <a:gd name="adj" fmla="val 371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06640" y="34015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Чим список відрізняється від рядка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406640" y="3913632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зберігає числа, а не символи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елементи можна змінювати після створення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довжину можна збільшувати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та доступ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хвилин · файл demo_01_list_basics.py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список із п'яти значень температури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весь список, його довжину, перший і останній елемент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перші три значення та останні два через зрізи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Змінити третє значення й вивести список повторно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[20.0, 25.0, 18.0, 30.0, 22.0]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print(len(t))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print(t[0], t[-1])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print(t[:3])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print(t[-2:])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зміна елемента за індексом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t[2] = 19.5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ЗМІНА СПИСКУ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можна наповнювати й змінювати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Саме так серія вимірювань з'являється в пам'яті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26364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861304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[]                 # починаємо з порожнього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t.append(20.0)         # додати в кінець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t.append(25.0)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t.append(18.0)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print(t)               # [20.0, 25.0, 18.0]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t[0] = 21.0            # замінити за індексом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t.insert(1, 99.0)      # вставити за позицією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t.remove(99.0)         # видалити за значенням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 = t.pop()         # зняти останній і повернути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481328"/>
            <a:ext cx="3977640" cy="178308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6276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— основний метод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993392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Додає один елемент у кінець списку. У циклі саме append перетворює потік вимірювань на збережену серію.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3429000"/>
            <a:ext cx="3977640" cy="1801368"/>
          </a:xfrm>
          <a:prstGeom prst="roundRect">
            <a:avLst>
              <a:gd name="adj" fmla="val 456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3566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змінюють сам список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391363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відміну від методів рядків, append і remove нічого не повертають — вони змінюють список на місці. Писати t = t.append(5) не можна.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ПРОХІД ЦИКЛОМ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і цикл for створені одне для одного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способи: по значеннях і з нумерацією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[20.0, 25.0, 18.0]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 значеннях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t: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print(value)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 номером виміру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value in enumerate(t, start=1):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print(f"Вимір {i}: {value:.1f} °C")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наповнення списку в циклі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int(input("Скільки вимірювань: "))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data.append(float(input(f"Вимір {i + 1}: ")))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1965960"/>
          </a:xfrm>
          <a:prstGeom prst="roundRect">
            <a:avLst>
              <a:gd name="adj" fmla="val 418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enumerate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029968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Видає одразу дві речі: порядковий номер і значення. Параметр start задає, з якого числа починати нумерацію.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635240" y="3611880"/>
            <a:ext cx="3749040" cy="1847088"/>
          </a:xfrm>
          <a:prstGeom prst="roundRect">
            <a:avLst>
              <a:gd name="adj" fmla="val 4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Довжина не потрібна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Циклу for не треба знати, скільки елементів у списку — він сам пройде всі. range(len(t)) тут зайвий.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Наповнення серії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demo_02_fill.py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кількість вимірювань і зчитати їх у цикл, додаючи до списку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зібрану серію цілком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її ще раз із нумерацією через enumerate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кількість зібраних значень і перевірити, що вона дорівнює введеній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int(input("Скільки вимірювань: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 = float(input(f"Вимір {i + 1}: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data.append(value)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i, v in enumerate(data, start=1):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print(f"Вимір {i}: {v:.1f} °C")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ВБУДОВАНІ ФУНКЦІЇ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серії одним рядком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на що четвертого заняття йшов цілий цикл з накопиченням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4: накопичення в циклі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112264"/>
            <a:ext cx="471830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float(input(...))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0 or t &lt; low: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low = 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0 or t &gt; high: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high = 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= total / 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Заняття 6: готові функції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112264"/>
            <a:ext cx="4718304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print(sum(data))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print(len(data))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print(min(data))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print(max(data))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= sum(data) / len(data)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розмах серії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print(max(data) - min(data))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663440"/>
            <a:ext cx="1060704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634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Накопичення нікуди не зникло — воно потрібне там, де дані не можна зберегти: потік із приладу, мільйони значень, обмежена пам'ять.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СОРТУВАННЯ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способи впорядкувати серію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створює новий список, другий змінює наявний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2636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8613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[20.0, 25.0, 18.0, 30.0, 22.0]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sorted — НОВИЙ список, data не змінився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 = sorted(data)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print(ordered)   # [18.0, 20.0, 22.0, 25.0, 30.0]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print(data)      # [20.0, 25.0, 18.0, 30.0, 22.0]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sort — змінює САМ список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data.sort()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print(data)      # [18.0, 20.0, 22.0, 25.0, 30.0]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data.sort(reverse=True)   # за спаданням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0" y="1481328"/>
            <a:ext cx="3977640" cy="1600200"/>
          </a:xfrm>
          <a:prstGeom prst="roundRect">
            <a:avLst>
              <a:gd name="adj" fmla="val 514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35240" y="162763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Головна пастка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993392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data.sort()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записує в data значення None — список буде втрачено.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06640" y="3246120"/>
            <a:ext cx="3977640" cy="1847088"/>
          </a:xfrm>
          <a:prstGeom prst="roundRect">
            <a:avLst>
              <a:gd name="adj" fmla="val 4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35240" y="3383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Медіана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635240" y="3730752"/>
            <a:ext cx="3520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Значення посередині відсортованої серії. На відміну від середнього, не чутлива до одного грубого промаху.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серії 20, 25, 70, 18, −50 середнє дорівнює 16.6, а медіана — 20.0. Медіана ближча до правди.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серії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demo_03_stats.py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Зібрати серію вимірювань у список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суму, кількість, середнє, мінімум, максимум і розмах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серію, відсортовану за зростанням, не змінюючи вихідний список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Обчислити медіану: для непарної кількості — середній елемент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Порівняти середнє й медіану на серії 20, 25, 70, 18, −50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= sum(data) / len(data)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print(f"Середнє: {mean:.3f}")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print(f"Розмах:  {max(data) - min(data):.3f}")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ordered = sorted(data)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print(ordered)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медіана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len(ordered)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 % 2 == 1: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median = ordered[n // 2]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median = (ordered[n // 2 - 1] +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ordered[n // 2]) / 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ФІЛЬТРАЦІЯ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Відбір значень за умовою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однієї серії отримуємо дві: придатні значення та відбраковані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T_MIN, T_MAX = -40.0, 60.0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= []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bad = []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data: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T_MIN &lt;= value &lt;= T_MAX: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good.append(value)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bad.append(value)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print("Придатні:   ", good)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print("Відбраковані:", bad)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print(f"Брак: {len(bad)} з {len(data)}")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1965960"/>
          </a:xfrm>
          <a:prstGeom prst="roundRect">
            <a:avLst>
              <a:gd name="adj" fmla="val 418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 фільтрації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02996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порожній список до циклу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умову для кожного значення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додати придатне через append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3611880"/>
            <a:ext cx="3749040" cy="1847088"/>
          </a:xfrm>
          <a:prstGeom prst="roundRect">
            <a:avLst>
              <a:gd name="adj" fmla="val 4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дає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Середнє тепер можна порахувати лише по придатних значеннях: sum(good) / len(good) — грубі промахи не спотворюють результат.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І ФУНКЦІЇ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передається й повертається, як будь-яке значення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параметр замість чотирьох окремих чисел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4922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60899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mean(values):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середнє арифметичне списку."""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sum(values) / len(values)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filter_range(values, lo, hi):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лише значення в межах [lo, hi]."""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[]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v in values: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lo &lt;= v &lt;= hi: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result.append(v)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= filter_range(data, T_MIN, T_MAX)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print(f"Середнє по придатних: {mean(good):.3f}")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35240" y="1481328"/>
            <a:ext cx="3749040" cy="1965960"/>
          </a:xfrm>
          <a:prstGeom prst="roundRect">
            <a:avLst>
              <a:gd name="adj" fmla="val 4186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стали простішими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2121408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Минулого заняття read_series повертала чотири числа. Тепер достатньо повернути список — решту порахують готові функції.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3611880"/>
            <a:ext cx="3749040" cy="1847088"/>
          </a:xfrm>
          <a:prstGeom prst="roundRect">
            <a:avLst>
              <a:gd name="adj" fmla="val 4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3767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Легко перевіряти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11480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зі списком не вимагають вводу з клавіатури: mean([2, 4, 6]) має дати 4.0 — перевірка займає один рядок.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Повний аналіз серії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хвилин · файл demo_04_series.py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функцію, що повертає середнє арифметичне списку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Описати функцію фільтрації, що повертає значення в межах допуску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Зібрати серію та розділити її на придатні й відбраковані значення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середнє по всій серії та окремо по придатних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на серії 20, 25, 70, 18, −50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mean(values):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середнє арифметичне."""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sum(values) / len(values)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filter_range(values, lo, hi):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"""Повертає значення в межах [lo, hi]."""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= filter_range(data, T_MIN, T_MAX)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print(f"Уся серія:  {mean(data):.3f}")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print(f"Придатні:   {mean(good):.3f}")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ПАСТКИ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— не просто набір чисел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особливості, через які виникають найнезрозуміліші помилки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Присвоєння не копіює список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78408" y="2112264"/>
            <a:ext cx="471830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2, 3]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            # друге ім'я для ТОГО САМОГО списку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b.append(4)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print(a)         # [1, 2, 3, 4]  — змінився теж!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правильно: створити копію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a.copy()     # або b = a[:]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 поза межами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64808" y="2112264"/>
            <a:ext cx="471830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[20.0, 25.0, 18.0]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print(t[3])      # IndexError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індекси лише 0, 1, 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безпечна перевірка довжини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len(t) &gt; 3: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print(t[3])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48056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457200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Порожній список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488289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sum(data) / len(data) для порожнього списку дає ZeroDivisionError, а min([]) і max([]) — ValueError. Перед обробкою варто перевіряти, що список не порожній.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помилки саме цього заняття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з них не дають повідомлення — програма просто рахує не те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= data.sort()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нічого не повертає — список замінюється на None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data.sort()  без присвоєння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створено в циклі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кожній ітерації список стає порожнім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[] має бути ДО циклу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IndexError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Звернення до неіснуючого індексу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len(t) = 3  →  індекси 0, 1,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Ділення на довжину нуль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Серія виявилася порожньою після фільтрації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77240" y="457200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663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перевірити роботу зі списком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9743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Виведіть список після кожної дії над ним. Один рядок print(data) показує одразу і вміст, і довжину, і порядок — більшість помилок видно без розбору коду.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ПІДСУМКИ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 та домашнє завдання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здаємо у спосіб, погоджений на парі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6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парі · demo_01 … demo_04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окремі файли, по одному на кожне завдання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серія зберігається у списку й обробляється повторно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функції приймають список і повертають список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версії будуть у репозиторії після пари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· task_06.py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окреме завдання, не повторення того, що робили на парі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серії з медіаною, відбраковування промахів, згладжування ковзним середнім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функція має докстрінг у потрійних лапках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— у теці kik-praktykum/praktyka_06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3776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37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Матеріали курсу: github.com/hulevych93/Computer_Integrated_Systems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словники — зберігання даних за іменем, а не за номером.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2026-10-08T19:00:11Z</dcterms:created>
  <dcterms:modified xsi:type="dcterms:W3CDTF">2026-10-08T19:00:11Z</dcterms:modified>
</cp:coreProperties>
</file>