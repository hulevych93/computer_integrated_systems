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Досі програма була суцільним текстом згори вниз. Сьогодні вчимося ділити її на іменовані частини.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Підкреслити: сьогодні нова не задача, а спосіб її організації. Це і є інженерна культура коду.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Друга теза важливіша за першу: ім'я функції замінює коментар.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Показати: якщо описати функцію і не викликати — програма нічого не виведе. Це збиває з пантелику майже всіх.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Четвертий пункт ключовий: опис без виклику нічого не робить. Нехай побачать порожній вивід.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Викликати show_kelvin() без аргументу — показати текст помилки, він досить зрозумілий.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Показати, що рядок після return не виконується: додати print після нього.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Таку функцію легше перевірити: результат можна порівняти з очікуваним, а не вичитувати з екрана.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Перевірка оберненості — це фактично перший юніт-тест. Назвати це так і сказати, що так роблять у реальній розробці.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Значення за замовчуванням — типовий діапазон датчика. Для іншого приладу передають свій.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прямий місток до завдання 4: функція звіту поверне чотири числа.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Символ \ переносить довгий рядок. Згадати про обмеження довжини рядка — 79 символів за PEP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згадувати global — на цьому рівні це шкідлива звичка.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наведення курсора у VS Code — це найпереконливіший аргумент на користь докстрінгів.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Головна думка: нижні три рядки програми читаються як опис алгоритму, без подробиць реалізації.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 має збігтися до останньої цифри з demo_04 минулого заняття. Це і є перевірка рефакторингу.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Контрольна точка з відомою відповіддю — головний прийом перевірки. Повторювати його до кінця курсу.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Нагадати спосіб здачі домашнього. Репозиторій — тільки для отримання матеріалів.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заняття №5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Готовий алгоритм, який можна викликати скільки завгодно разів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3794760"/>
            <a:ext cx="7589520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79476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 →  параметри  →  return  →  розбиття задачі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демо-скрипти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5526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— окремо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7842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матеріали в Git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працюємо сьогодні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ритм: короткий слайд — і за клавіатуру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 функції та її виклик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7296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7472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7588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даних усередину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7044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336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7336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повернення результату назовні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6792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6968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7084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Розбиття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7084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задача — кілька функцій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52044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3675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знадобиться з минулих занять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04164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умови if / elif / else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цикли for і while, накопичення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f-рядки для виводу з точністю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352044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3675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заняття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04164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Звіт про серію вимірювань із минулого заняття, переписаний на функції: кожна дія названа й може бути перевірена окремо.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ФУНКЦІЇ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алгоритм — один опис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Дублювання коду означає дублювання помилок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функції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120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2112264"/>
            <a:ext cx="471830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= 20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 = t1 + 273.15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print(f"{t1} °C = {k1:.2f} K")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 = 36.6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k2 = t2 + 273.15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print(f"{t2} °C = {k2:.2f} K")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знайшли помилку у формулі —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виправляти треба в кожному місці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функцією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984248"/>
            <a:ext cx="5120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4808" y="2112264"/>
            <a:ext cx="471830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to_kelvin(t_c):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t_c + 273.15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print(to_kelvin(20))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print(to_kelvin(36.6))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print(to_kelvin(-40))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формула записана ОДИН раз —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виправляти теж в одному місці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983480"/>
            <a:ext cx="106070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983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— це не економія рядків, а можливість дати дії ім'я. Код починає читатися як опис того, що відбувається.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 ФУНКЦІЇ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Конструкція def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 функції не виконує її — він лише дає дії ім'я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57784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17550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опис функції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greet():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print("Привіт!")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print("Починаємо роботу")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виклик — ось тут код виконується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4343400"/>
            <a:ext cx="5577840" cy="1097280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4622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 має бути ВИЩЕ за виклик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7731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Інакше на момент виклику ім'я ще невідоме — NameError.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1481328"/>
            <a:ext cx="46634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14813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чого складається опис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20840" y="1984248"/>
            <a:ext cx="4663440" cy="345643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219456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2194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194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службове слово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2816352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28163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8163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ім'я функції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3438144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0" y="34381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34381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дужки для параметрів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4059936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405993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405993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двокрапка в кінці рядка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4681728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49440" y="46817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46817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тіло з відступом 4 пробіли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функція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хвилин · файл demo_01_def.py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Описати функцію, яка виводить шапку звіту з трьох рядків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Викликати її двічі й переконатися, що текст виводиться двічі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Описати функцію, яка виводить роздільник із 40 символів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Навмисне описати функцію й не викликати її — подивитися, що буде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print_header():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print("=" * 40)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print("ЗВІТ ПРО ВИМІРЮВАННЯ")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print("=" * 40)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print_header()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print("дані...")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print_header()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опис — вище, виклик — нижче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даних усередину функції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— це змінна, значення якої задається під час виклику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0350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63270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show_kelvin(t_c):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= t_c + 273.15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print(f"{t_c} °C = {k:.2f} K")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show_kelvin(20)        # 20 °C = 293.15 K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show_kelvin(36.6)      # 36.6 °C = 309.75 K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float(input("Температура: "))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show_kelvin(t)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1481328"/>
            <a:ext cx="4206240" cy="1508760"/>
          </a:xfrm>
          <a:prstGeom prst="roundRect">
            <a:avLst>
              <a:gd name="adj" fmla="val 545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1627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і аргумент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99339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— ім'я в описі функції. Аргумент — конкретне значення під час виклику.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78040" y="3154680"/>
            <a:ext cx="4206240" cy="1344168"/>
          </a:xfrm>
          <a:prstGeom prst="roundRect">
            <a:avLst>
              <a:gd name="adj" fmla="val 6122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не знає, звідки значення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63931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Число, змінна, результат input — для функції це однаково.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663440"/>
            <a:ext cx="10607040" cy="82296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6634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Кількість аргументів при виклику має точно збігатися з кількістю параметрів в описі — інакше TypeError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Повернення результату назовні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обчислює значення й віддає його тому, хто її викликав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03504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632704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to_kelvin(t_c):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t_c + 273.15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результат можна зберегти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to_kelvin(20)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print(f"{k:.3f}")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або одразу використати в обчисленні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print(to_kelvin(36.6) + 10)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або передати в іншу функцію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print(round(to_kelvin(20), 1))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1481328"/>
            <a:ext cx="4206240" cy="1783080"/>
          </a:xfrm>
          <a:prstGeom prst="roundRect">
            <a:avLst>
              <a:gd name="adj" fmla="val 461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1627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завершує функцію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99339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Рядки після виконаного return не виконуються — функція одразу повертає значення.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78040" y="3429000"/>
            <a:ext cx="4206240" cy="1664208"/>
          </a:xfrm>
          <a:prstGeom prst="roundRect">
            <a:avLst>
              <a:gd name="adj" fmla="val 494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3566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return в одній функції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91363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state(t):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 &gt; 100: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"АВАРІЯ"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"НОРМА"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з return — це формула: подали значення на вхід, отримали результат на вихід.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ЧИ RETURN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Різниця, на якій спотикаються всі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Показати на екрані і повернути значення — це різні дії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— показує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120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2112264"/>
            <a:ext cx="471830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show(t_c):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print(t_c + 273.15)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show(20)          # 293.15 на екрані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show(20)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          # None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print(show(20) + 5)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TypeError: None + 5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— віддає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984248"/>
            <a:ext cx="5120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4808" y="2112264"/>
            <a:ext cx="471830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calc(t_c):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t_c + 273.15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calc(20)          # нічого не видно!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calc(20)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          # 293.15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print(calc(20) + 5)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298.15 — працює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983480"/>
            <a:ext cx="106070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983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курсу: функція рахує і повертає значення, а виводить його на екран той, хто цю функцію викликав.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 та return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хвилин · файл demo_02_return.py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Описати функцію переведення °C у K, яка повертає значення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Описати обернену функцію: K у °C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Перевірити, що пряме й обернене перетворення дають вихідне число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Описати функцію, яка за температурою повертає рядок стану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" y="482803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79145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Застосувати обидві функції до значення, введеного користувачем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to_kelvin(t_c):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t_c + 273.15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to_celsius(t_k):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t_k - 273.15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перевірка оберненості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36.6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 = to_celsius(to_kelvin(t))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print(abs(back - t) &lt; 1e-9)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state(t):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ПАРАМЕТРІВ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Значення за замовчуванням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зі значенням за замовчуванням можна не вказувати під час виклику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49224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6089904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to_current(p, p_min=0.0, p_max=250.0):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"""Переводить тиск у струмовий сигнал 4-20 мА."""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4 + (p - p_min) * 16 / (p_max - p_min)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діапазон за замовчуванням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print(to_current(125))          # 12.0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свій діапазон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print(to_current(50, 0, 100))   # 12.0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іменований аргумент — зрозуміло без документації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print(to_current(125, p_max=500))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1481328"/>
            <a:ext cx="3749040" cy="1783080"/>
          </a:xfrm>
          <a:prstGeom prst="roundRect">
            <a:avLst>
              <a:gd name="adj" fmla="val 461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параметрів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199339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Спершу обов'язкові, потім ті, що мають значення за замовчуванням. Інакше — SyntaxError.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3429000"/>
            <a:ext cx="3749040" cy="1664208"/>
          </a:xfrm>
          <a:prstGeom prst="roundRect">
            <a:avLst>
              <a:gd name="adj" fmla="val 494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іменовані аргументи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391363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виклику to_current(125, 0, 500) незрозуміло, що означають числа. У to_current(125, p_max=500) — зрозуміло одразу.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РЕЗУЛЬТАТІВ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може повернути не одне значення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Значення перелічуються через кому — і так само приймаються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492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608990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min_max(a, b):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 &lt; b: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a, b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b, a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приймаємо обидва значення одразу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low, high = min_max(30, 10)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print(low, high)        # 10 30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stats(total, n):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"""Повертає середнє та розмах у відсотках."""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 = total / 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mean, mean / 100 * 5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mean, tolerance = stats(115, 5)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1481328"/>
            <a:ext cx="3749040" cy="1965960"/>
          </a:xfrm>
          <a:prstGeom prst="roundRect">
            <a:avLst>
              <a:gd name="adj" fmla="val 418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16276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зліва — стільки справа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121408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Кількість імен ліворуч від знака дорівнює має збігатися з кількістю значень у return. Інакше ValueError.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3611880"/>
            <a:ext cx="3749040" cy="1847088"/>
          </a:xfrm>
          <a:prstGeom prst="roundRect">
            <a:avLst>
              <a:gd name="adj" fmla="val 4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це знадобиться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4114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обробки серії вимірювань природно повертає одразу середнє, мінімум, максимум і кількість браку.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 за замовчуванням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хвилин · файл demo_03_params.py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Описати функцію переведення тиску в струм 4–20 мА з діапазоном за замовчуванням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Перевірити: 125 кПа має дати рівно 12.00 мА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Викликати її з власним діапазоном через іменований аргумент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Описати функцію, яка повертає два значення: мінімум і максимум із двох чисел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" y="482803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79145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Прийняти обидва результати в дві змінні й вивести їх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P_MIN, P_MAX = 0.0, 250.0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I_MIN, I_MAX = 4.0, 20.0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to_current(p, p_min=P_MIN, p_max=P_MAX):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I_MIN + (p - p_min) * \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(I_MAX - I_MIN) / (p_max - p_min)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print(f"{to_current(125):.2f}")   # 12.00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print(to_current(125, p_max=500))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min_max(a, b):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ВИДИМОСТІ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Змінна всередині функції існує тільки там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захист: функція не може випадково зіпсувати решту програми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03504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632704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calc():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5            # локальна змінна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         # 5 — тут видно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calc()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             # NameError: x не існує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сталі з верхнього рівня читати можна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T_MAX = 60.0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is_ok(t):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 &lt;= T_MAX      # працює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1481328"/>
            <a:ext cx="4206240" cy="1783080"/>
          </a:xfrm>
          <a:prstGeom prst="roundRect">
            <a:avLst>
              <a:gd name="adj" fmla="val 461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1627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це добре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99339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Можна сміливо називати змінну t усередині функції, не перевіряючи, чи така вже є в програмі.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78040" y="3429000"/>
            <a:ext cx="4206240" cy="1664208"/>
          </a:xfrm>
          <a:prstGeom prst="roundRect">
            <a:avLst>
              <a:gd name="adj" fmla="val 494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3566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курсу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91363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передаємо через параметри, результат — через return. Читати сталі зверху можна, змінювати їх із функції — ні.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Функція, яка працює лише з параметрами й return, перевіряється окремо від решти програми.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ОФОРМЛЕННЯ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Докстрінг і підказки типів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 функції для того, хто читатиме код — зокрема для вас через місяць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0350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63270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to_kelvin(t_c: float) -&gt; float: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"""Переводить температуру з °C у кельвіни.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t_c — температура в градусах Цельсія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Повертає температуру в K.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t_c + 273.15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у VS Code наведіть курсор на ім'я функції 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редактор покаже цей опис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1481328"/>
            <a:ext cx="4206240" cy="1600200"/>
          </a:xfrm>
          <a:prstGeom prst="roundRect">
            <a:avLst>
              <a:gd name="adj" fmla="val 5143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1627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Підказки типів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99339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t_c: float</a:t>
            </a:r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очікуваний тип параметра, </a:t>
            </a:r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float</a:t>
            </a:r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тип результату. Python їх не перевіряє, але редактор підказує.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78040" y="3246120"/>
            <a:ext cx="4206240" cy="1481328"/>
          </a:xfrm>
          <a:prstGeom prst="roundRect">
            <a:avLst>
              <a:gd name="adj" fmla="val 5556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3383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писати в докстрінгу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73075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функція робить, що приймає, що повертає. Не як вона це робить — це видно з коду.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892040"/>
            <a:ext cx="106070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8920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Вимога курсу: кожна функція в домашніх завданнях має докстрінг у потрійних лапках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РОЗБИТТЯ ЗАДАЧІ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функція — одна дія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Звіт про серію вимірювань із минулого заняття, переписаний на функції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572768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170078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read_series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0665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зчитати n вимірювань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80560" y="1572768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170078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0665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визначити стан значення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8160" y="1572768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170078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print_report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0665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підсумок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2834640"/>
            <a:ext cx="106070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8408" y="2962656"/>
            <a:ext cx="10204704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classify(t, t_min, t_max, t_alarm):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"""Повертає стан параметра за уставками."""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 &gt;= t_alarm: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"АВАРІЯ"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t_min &lt;= t &lt;= t_max: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"НОРМА"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"ПОПЕРЕДЖЕННЯ"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головна частина програми читається як план дій: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mean, t_min_v, t_max_v, bad = read_series(n)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print_report(mean, t_min_v, t_max_v, bad, n)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Переписуємо звіт на функції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хвилин · файл demo_04_refactor.py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Описати функцію classify, що повертає стан значення за уставками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Описати функцію read_series, що зчитує n вимірювань і повертає чотири числа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Описати функцію print_report, що виводить підсумковий звіт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Зібрати програму з трьох викликів цих функцій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" y="482803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79145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на серії 20, 25, 70, 18, −50 — результат має збігтися з минулим заняттям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classify(t, t_min, t_max, t_alarm):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"""Повертає стан параметра."""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read_series(n, t_min, t_max):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"""Зчитує серію, повертає 4 значення."""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mean, low, high, bad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int(input("Скільки вимірювань: "))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mean, low, high, bad = read_series(n, T_MIN, T_MAX)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помилки саме цього заняття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з них не дають жодного повідомлення — програма просто поводиться дивно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5910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Описали, та не викликали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938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 мовчить — нічого не виводить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  ← виклику немає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48132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5910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замість print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938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повертає значення, а його ніхто не виводить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calc(20)  →  print(calc(20))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299008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3099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замість return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4472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не можна використати в обчисленні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+ 5  →  TypeError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99008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099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Виклик вище опису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4472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момент виклику ім'я ще невідоме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NameError: name is not defined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4572000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46634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перевірити функцію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9743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Викличте її з таким значенням, для якого відповідь відома наперед, і порівняйте результат. Для to_current це 125 кПа → рівно 12.00 мА. Якщо збіглося — функція працює.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заняття та домашнє завдання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здаємо у спосіб, погоджений на парі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парі · demo_01 … demo_04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1206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176272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окремі файли, по одному на кожне завдання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 рахують і повертають значення, а не друкують його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функція перевірена на контрольній точці з відомою відповіддю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версії будуть у репозиторії після пари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· task_05.py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984248"/>
            <a:ext cx="51206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2176272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окреме завдання, не повторення того, що робили на парі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бібліотека функцій датчика, класифікація стану, статистика серії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функція має докстрінг у потрійних лапках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 — у теці kik-praktykum/praktyka_05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937760"/>
            <a:ext cx="106070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937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Матеріали курсу: github.com/hulevych93/Computer_Integrated_Systems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 списки — збереження серії вимірювань у пам'яті.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2026-10-01T19:18:31Z</dcterms:created>
  <dcterms:modified xsi:type="dcterms:W3CDTF">2026-10-01T19:18:31Z</dcterms:modified>
</cp:coreProperties>
</file>