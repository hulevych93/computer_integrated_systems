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Досі програма працювала з одним значенням. Сьогодні — із серією, і це вже схоже на реальну обробку даних із датчика.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Показати мету — demo_04. Це вже мініатюрна система обробки даних.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Наголосити другий аргумент: кількість вимірювань часто невідома під час написання програми.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Помилка на одиницю — класика. Одразу запустити range(1, 6) і порахувати разом.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Формат {i:3d} — ширина поля. Тут уперше стає видно, навіщо вирівнювання: таблиця має рівні стовпці.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Показати, що змінна циклу — звичайна змінна, просто Python сам підставляє в неї значення.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Цей шаблон — прямий аналог зсувного регістра в LabVIEW. Сума, лічильник, мінімум — усе працює однаково.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Наголосити на інженерному сенсі: обробка потоку без збереження масиву. Списки будуть пізніше.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Контрольна серія дає середнє 23.000, мін 18, макс 30 — легко перевірити усно.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Перепит вводу — найкорисніше застосування while на цьому етапі. На минулому занятті ми могли лише повідомити про помилку.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Обов'язково показати нескінченний цикл і зупинку через Ctrl+C. Інакше перший же зависаючий скрипт викличе паніку.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Четвертий пункт виконуємо разом і одночасно — щоб ніхто не злякався. Показати Ctrl+C на проєкторі.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Попередити: зловживати break не варто — часто те саме читабельніше виражається умовою в while.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Звернути увагу на not(...) — це запис з минулого заняття, тепер у новому контексті.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Контрольна серія: 20, 25, 70, 18, -50 → середнє 16.6, мін -50, макс 70, поза допуском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Цей прийом — друкувати проміжні значення — знадобиться до кінця курсу. Показати на живому прикладі.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Нагадати спосіб здачі домашнього. Репозиторій — тільки для отримання матеріалів.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Практичне заняття №4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18872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Цикли for і while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74320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Обробка серії вимірювань замість поодиноких значень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77240" y="3794760"/>
            <a:ext cx="7589520" cy="566928"/>
          </a:xfrm>
          <a:prstGeom prst="roundRect">
            <a:avLst>
              <a:gd name="adj" fmla="val 14516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379476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+ range  →  накопичення  →  while  →  break / continue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77240" y="4709160"/>
            <a:ext cx="2194560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32104" y="470916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демо-скрипти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4709160"/>
            <a:ext cx="2194560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55264" y="470916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домашнє — окремо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23560" y="4709160"/>
            <a:ext cx="2194560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78424" y="470916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матеріали в Git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4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працюємо сьогодні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Той самий ритм: короткий слайд — і за клавіатуру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4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554480"/>
            <a:ext cx="2468880" cy="1691640"/>
          </a:xfrm>
          <a:prstGeom prst="roundRect">
            <a:avLst>
              <a:gd name="adj" fmla="val 4865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78408" y="1719072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+ range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978408" y="2121408"/>
            <a:ext cx="2066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повторення задану кількість разів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172968" y="2267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474720" y="1554480"/>
            <a:ext cx="2468880" cy="1691640"/>
          </a:xfrm>
          <a:prstGeom prst="roundRect">
            <a:avLst>
              <a:gd name="adj" fmla="val 4865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75888" y="1719072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Накопичення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675888" y="2121408"/>
            <a:ext cx="2066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сума, середнє, мінімум, максимум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870448" y="2267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72200" y="1554480"/>
            <a:ext cx="2468880" cy="1691640"/>
          </a:xfrm>
          <a:prstGeom prst="roundRect">
            <a:avLst>
              <a:gd name="adj" fmla="val 486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73368" y="1719072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373368" y="2121408"/>
            <a:ext cx="2066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повторення, поки умова істинна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567928" y="2267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869680" y="1554480"/>
            <a:ext cx="2468880" cy="1691640"/>
          </a:xfrm>
          <a:prstGeom prst="roundRect">
            <a:avLst>
              <a:gd name="adj" fmla="val 4865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070848" y="1719072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Керування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070848" y="2121408"/>
            <a:ext cx="2066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break, continue, цикл разом з if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77240" y="3520440"/>
            <a:ext cx="51206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05840" y="367588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знадобиться з минулих занять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005840" y="4041648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input() і перетворення типів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f-рядки для виводу з точністю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умови if / elif / else та відступи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263640" y="3520440"/>
            <a:ext cx="5120640" cy="1920240"/>
          </a:xfrm>
          <a:prstGeom prst="roundRect">
            <a:avLst>
              <a:gd name="adj" fmla="val 4286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92240" y="367588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заняття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492240" y="4041648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Програма, яка приймає серію вимірювань і сама рахує середнє, мінімум, максимум і кількість значень поза допуском.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НАВІЩО ЦИКЛИ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Повторення без копіювання коду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і той самий блок виконується стільки разів, скільки потрібно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4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5120640" cy="384048"/>
          </a:xfrm>
          <a:prstGeom prst="roundRect">
            <a:avLst>
              <a:gd name="adj" fmla="val 21429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48132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циклу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1984248"/>
            <a:ext cx="512064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78408" y="2112264"/>
            <a:ext cx="4718304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print("Вимірювання 1")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print("Вимірювання 2")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print("Вимірювання 3")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print("Вимірювання 4")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print("Вимірювання 5")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а якщо їх 500?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а якщо кількість наперед невідома?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1481328"/>
            <a:ext cx="5120640" cy="384048"/>
          </a:xfrm>
          <a:prstGeom prst="roundRect">
            <a:avLst>
              <a:gd name="adj" fmla="val 21429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63640" y="148132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 циклом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1984248"/>
            <a:ext cx="512064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64808" y="2112264"/>
            <a:ext cx="4718304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range(1, 6):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print("Вимірювання", i)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щоб змінити кількість — правимо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одне число в range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range(1, 501):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4800600"/>
            <a:ext cx="1060704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80060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Цикл — це не економія рядків, а спосіб описати дію, яку треба повторити невідому наперед кількість разів.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+ RANGE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Повторення задану кількість разів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задає послідовність цілих чисел, по яких проходить цикл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4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603504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78408" y="1609344"/>
            <a:ext cx="5632704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range(5):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print(i)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 1 2 3 4   — п'ять разів, від нуля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range(1, 6):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print(i)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 2 3 4 5   — від 1 до 6, 6 НЕ входить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t in range(0, 101, 10):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print(t)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 10 20 ... 100   — з кроком 10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range(10, 0, -1):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10 9 8 ... 1   — у зворотному порядку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178040" y="1481328"/>
            <a:ext cx="4206240" cy="1874520"/>
          </a:xfrm>
          <a:prstGeom prst="roundRect">
            <a:avLst>
              <a:gd name="adj" fmla="val 4390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06640" y="16459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форми range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406640" y="2029968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range(кінець)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range(початок, кінець)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range(початок, кінець, крок)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178040" y="3566160"/>
            <a:ext cx="4206240" cy="1874520"/>
          </a:xfrm>
          <a:prstGeom prst="roundRect">
            <a:avLst>
              <a:gd name="adj" fmla="val 4390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06640" y="37307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Головна пастка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406640" y="4096512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Права межа НЕ входить у діапазон. range(1, 6) дає числа від 1 до 5. Щоб отримати 1…6, пишемо range(1, 7).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КОДУ · ЗАВДАННЯ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Цикл for і range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хвилин · файл demo_01_for_range.py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4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5349240" cy="384048"/>
          </a:xfrm>
          <a:prstGeom prst="roundRect">
            <a:avLst>
              <a:gd name="adj" fmla="val 21429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48132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зробити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1984248"/>
            <a:ext cx="5349240" cy="3337560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7552" y="2194560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87552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2157984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Вивести числа від 1 до 10, кожне з нового рядка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87552" y="2852928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87552" y="2852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281635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Вивести таблицю квадратів чисел від 1 до 10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87552" y="3511296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87552" y="3511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347472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Вивести таблицю переведення °C → °F від 0 до 100 з кроком 10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87552" y="4169664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87552" y="4169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413308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Вивести зворотний відлік від 10 до 1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92240" y="1481328"/>
            <a:ext cx="4892040" cy="384048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92240" y="1481328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Підказка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92240" y="1984248"/>
            <a:ext cx="4892040" cy="3337560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93408" y="2112264"/>
            <a:ext cx="4489704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range(1, 11):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print(i)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таблиця квадратів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range(1, 11):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print(f"{i:3d} {i ** 2:5d}")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крок 10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 in range(0, 101, 10):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 = 1.8 * c + 32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print(f"{c:5d} °C = {f:7.1f} °F")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ПО ЕЛЕМЕНТАХ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Цикл може йти не тільки по числах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Рядок — це послідовність символів, і по ній теж можна пройти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4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6035040" cy="3749040"/>
          </a:xfrm>
          <a:prstGeom prst="roundRect">
            <a:avLst>
              <a:gd name="adj" fmla="val 21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78408" y="1609344"/>
            <a:ext cx="5632704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ch in "Python":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print(ch)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 y t h o n  — кожен символ окремо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підрахунок голосних у прізвищі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input("Прізвище: ")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 = 0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ch in name.lower():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ch in "аеєиіїоуюя":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count = count + 1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print("Голосних:", count)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178040" y="1481328"/>
            <a:ext cx="4206240" cy="1874520"/>
          </a:xfrm>
          <a:prstGeom prst="roundRect">
            <a:avLst>
              <a:gd name="adj" fmla="val 4390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06640" y="16459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Оператор in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406640" y="2029968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 in "аеиоу"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перевіряє, чи міститься символ у рядку. Результат — bool, тож його можна ставити прямо в умову if.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178040" y="3566160"/>
            <a:ext cx="4206240" cy="1664208"/>
          </a:xfrm>
          <a:prstGeom prst="roundRect">
            <a:avLst>
              <a:gd name="adj" fmla="val 494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06640" y="371246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види циклу for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406640" y="4078224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числах: for i in range(...)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елементах: for ch in рядок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5742432"/>
            <a:ext cx="10543032" cy="54864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05840" y="5742432"/>
            <a:ext cx="10177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Змінна циклу отримує чергове значення автоматично — її не треба збільшувати вручну.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НАКОПИЧЕННЯ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Головний шаблон роботи з циклом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Змінна живе поза циклом, а оновлюється всередині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4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6035040" cy="3749040"/>
          </a:xfrm>
          <a:prstGeom prst="roundRect">
            <a:avLst>
              <a:gd name="adj" fmla="val 21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78408" y="1609344"/>
            <a:ext cx="5632704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створюємо змінну ДО циклу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0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оновлюємо її ВСЕРЕДИНІ циклу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range(1, 6):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= total + i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використовуємо ПІСЛЯ циклу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print(total)        # 15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скорочений запис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+= i          # те саме, що total = total + i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 += 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178040" y="1481328"/>
            <a:ext cx="4206240" cy="3749040"/>
          </a:xfrm>
          <a:prstGeom prst="roundRect">
            <a:avLst>
              <a:gd name="adj" fmla="val 2195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06640" y="16459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Найчастіша помилка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406640" y="20116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Ініціалізація всередині циклу — змінна скидається на кожній ітерації, і в результаті лишається значення останнього кроку: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06640" y="3035808"/>
            <a:ext cx="374904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71232" y="3145536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range(1, 6):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= 0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+= i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результат 5, а не 15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406640" y="440740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Правило: усе, що має пережити цикл, створюється до нього.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МІНІМУМ І МАКСИМУМ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Пошук екстремуму «на льоту»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зберігаючи всю серію — лише поточний найкращий результат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4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626364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78408" y="1609344"/>
            <a:ext cx="5861304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int(input("Скільки вимірювань: "))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0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range(n):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 = float(input(f"Вимір {i + 1}: "))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+= t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перше значення задає обидві межі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i == 0 or t &lt; t_min: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t_min = t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i == 0 or t &gt; t_max: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t_max = t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print(f"Середнє: {total / n:.3f}")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print(f"Мін: {t_min:.3f}  Макс: {t_max:.3f}")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406640" y="1481328"/>
            <a:ext cx="3977640" cy="1965960"/>
          </a:xfrm>
          <a:prstGeom prst="roundRect">
            <a:avLst>
              <a:gd name="adj" fmla="val 4186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35240" y="16459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Чому i == 0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635240" y="2011680"/>
            <a:ext cx="3520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першій ітерації порівнювати ще немає з чим. Тому перше значення одразу стає і мінімумом, і максимумом.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06640" y="3611880"/>
            <a:ext cx="3977640" cy="1847088"/>
          </a:xfrm>
          <a:prstGeom prst="roundRect">
            <a:avLst>
              <a:gd name="adj" fmla="val 4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35240" y="376732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 працюють реальні прилади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7635240" y="4133088"/>
            <a:ext cx="3520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Реєстратор не зберігає всі виміри в пам'яті, а тримає лише поточні суму, мінімум і максимум. Пам'яті потрібно стільки ж і для 10 вимірів, і для мільйона.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КОДУ · ЗАВДАННЯ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Накопичення в циклі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хвилин · файл demo_02_accumulate.py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4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5349240" cy="384048"/>
          </a:xfrm>
          <a:prstGeom prst="roundRect">
            <a:avLst>
              <a:gd name="adj" fmla="val 21429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48132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зробити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1984248"/>
            <a:ext cx="5349240" cy="3337560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7552" y="2194560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87552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2157984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Запитати кількість вимірювань 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87552" y="2852928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87552" y="2852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281635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циклі зчитати n значень температури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87552" y="3511296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87552" y="3511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347472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Порахувати суму й вивести середнє значення з точністю 3 знаки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87552" y="4169664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87552" y="4169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413308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Знайти мінімум і максимум, не зберігаючи всю серію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87552" y="4828032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87552" y="4828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1554480" y="4791456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Перевірити на серії: 20, 25, 18, 30, 22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92240" y="1481328"/>
            <a:ext cx="4892040" cy="384048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92240" y="1481328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Підказка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92240" y="1984248"/>
            <a:ext cx="4892040" cy="3337560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93408" y="2112264"/>
            <a:ext cx="4489704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int(input("Скільки вимірювань: "))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0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range(n):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 = float(input(f"Вимір {i + 1}: "))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+= t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i == 0 or t &lt; t_min: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t_min = t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те саме для t_max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print(f"Середнє: {total / n:.3f}")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Повторення, поки умова істинна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Кількість повторень наперед невідома — вона залежить від даних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4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557784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78408" y="1609344"/>
            <a:ext cx="5175504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0                 # 1. початкове значення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i &lt; 5:          # 2. умова продовження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print(i)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 += 1            # 3. зміна змінної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print("Готово")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3977640"/>
            <a:ext cx="5577840" cy="1463040"/>
          </a:xfrm>
          <a:prstGeom prst="roundRect">
            <a:avLst>
              <a:gd name="adj" fmla="val 5625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05840" y="409651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обов'язкові частини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4425696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Якщо забути третю — змінна ніколи не досягне межі, і цикл працюватиме вічно.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720840" y="1481328"/>
            <a:ext cx="4663440" cy="384048"/>
          </a:xfrm>
          <a:prstGeom prst="roundRect">
            <a:avLst>
              <a:gd name="adj" fmla="val 21429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20840" y="148132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Типове застосування: перепит даних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720840" y="1984248"/>
            <a:ext cx="466344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22008" y="2112264"/>
            <a:ext cx="4261104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float(input("Температура: "))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 &lt; -273.15: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print("Нижче абсолютного нуля!")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 = float(input("Повторіть: "))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print("Прийнято:", t)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20840" y="4480560"/>
            <a:ext cx="4663440" cy="960120"/>
          </a:xfrm>
          <a:prstGeom prst="roundRect">
            <a:avLst>
              <a:gd name="adj" fmla="val 8571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20840" y="448056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Програма не йде далі, доки не отримає коректне значення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ЧИ WHILE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обрати конструкцію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Питання одне: чи відома кількість повторень заздалегідь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4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5120640" cy="384048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48132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— кількість відома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1984248"/>
            <a:ext cx="512064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2194560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обробити n вимірювань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побудувати таблицю від 0 до 100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пройти по всіх символах рядка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повторити рівно 10 разів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63640" y="1481328"/>
            <a:ext cx="5120640" cy="384048"/>
          </a:xfrm>
          <a:prstGeom prst="roundRect">
            <a:avLst>
              <a:gd name="adj" fmla="val 21429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63640" y="148132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— кількість невідома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1984248"/>
            <a:ext cx="512064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37960" y="2194560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перепитувати, доки ввід некоректний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читати дані, доки не надійде команда зупинки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наближатися до результату, доки похибка завелика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чекати, доки параметр не вийде за уставку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77240" y="4663440"/>
            <a:ext cx="10607040" cy="868680"/>
          </a:xfrm>
          <a:prstGeom prst="roundRect">
            <a:avLst>
              <a:gd name="adj" fmla="val 9474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66344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Нескінченний цикл: якщо програма «зависла» і не реагує — натисніть Ctrl + C у панелі Terminal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КОДУ · ЗАВДАННЯ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Цикл while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хвилин · файл demo_03_while.py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4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5349240" cy="384048"/>
          </a:xfrm>
          <a:prstGeom prst="roundRect">
            <a:avLst>
              <a:gd name="adj" fmla="val 21429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48132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зробити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1984248"/>
            <a:ext cx="5349240" cy="3337560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7552" y="2194560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87552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2157984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Вивести числа від 1 до 5 за допомогою while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87552" y="2852928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87552" y="2852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281635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Написати перепит: запитувати температуру, доки не введуть значення вище −273.15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87552" y="3511296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87552" y="3511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347472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Додати лічильник спроб і вивести, з якої спроби ввели коректне значення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87552" y="4169664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87552" y="4169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413308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Навмисне створити нескінченний цикл і зупинити його через Ctrl + C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92240" y="1481328"/>
            <a:ext cx="4892040" cy="384048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92240" y="1481328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Підказка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92240" y="1984248"/>
            <a:ext cx="4892040" cy="3337560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93408" y="2112264"/>
            <a:ext cx="4489704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1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i &lt;= 5: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print(i)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 += 1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перепит із лічильником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attempts = 1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float(input("Температура: "))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 &lt; -273.15: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attempts += 1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 = float(input("Повторіть: "))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І CONTINUE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Керування ходом циклу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Дві команди, що змінюють звичайний порядок повторень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4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5120640" cy="502920"/>
          </a:xfrm>
          <a:prstGeom prst="roundRect">
            <a:avLst>
              <a:gd name="adj" fmla="val 16364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48132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— вийти з циклу повністю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2103120"/>
            <a:ext cx="512064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78408" y="2231136"/>
            <a:ext cx="4718304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знайти перше перевищення уставки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range(n):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 = float(input(f"Вимір {i + 1}: "))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t &gt; T_MAX: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print("Перевищення на вимірі", i + 1)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1481328"/>
            <a:ext cx="5120640" cy="502920"/>
          </a:xfrm>
          <a:prstGeom prst="roundRect">
            <a:avLst>
              <a:gd name="adj" fmla="val 16364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63640" y="148132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— пропустити решту тіла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63640" y="2103120"/>
            <a:ext cx="512064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64808" y="2231136"/>
            <a:ext cx="4718304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рахувати лише додатні значення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range(n):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 = float(input(f"Вимір {i + 1}: "))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t &lt; 0: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continue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+= 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" y="4389120"/>
            <a:ext cx="106070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449884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Коли без них не обійтися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4809744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потрібен, коли подальший перебір втрачає сенс: першу аварію знайдено, шукати далі нічого. continue — коли значення треба просто пропустити, не перериваючи обробку решти серії.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ЦИКЛ І УМОВА РАЗОМ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Підрахунок за критерієм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Саме так обробляють серію вимірювань у реальних задачах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4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649224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78408" y="1609344"/>
            <a:ext cx="6089904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T_MIN, T_MAX = -40.0, 60.0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int(input("Скільки вимірювань: "))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0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bad = 0                       # лічильник порушень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range(n):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 = float(input(f"Вимір {i + 1}: "))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+= t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(T_MIN &lt;= t &lt;= T_MAX):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bad += 1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  {t:.1f} — поза допуском")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print(f"Середнє: {total / n:.3f}")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print(f"Поза допуском: {bad} з {n}")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635240" y="1481328"/>
            <a:ext cx="3749040" cy="3977640"/>
          </a:xfrm>
          <a:prstGeom prst="roundRect">
            <a:avLst>
              <a:gd name="adj" fmla="val 219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0" y="1645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лічильники в одному циклі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7863840" y="214884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накопичує суму всіх значень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рахує лише ті, що порушили умову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обидва створені до циклу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обидва використовуються після нього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863840" y="43891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 вже повноцінний звіт про серію вимірювань — те, що робить будь-яка система контролю якості.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КОДУ · ЗАВДАННЯ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Звіт про серію вимірювань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хвилин · файл demo_04_series.py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4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5349240" cy="384048"/>
          </a:xfrm>
          <a:prstGeom prst="roundRect">
            <a:avLst>
              <a:gd name="adj" fmla="val 21429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48132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зробити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1984248"/>
            <a:ext cx="5349240" cy="3337560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7552" y="2194560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87552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2157984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Винести уставки допуску в окремі змінні великими літерами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87552" y="2852928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87552" y="2852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281635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Запитати кількість вимірювань і зчитати їх у циклі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87552" y="3511296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87552" y="3511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347472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Рахувати суму, мінімум, максимум і кількість значень поза допуском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87552" y="4169664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87552" y="4169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413308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Значення поза допуском одразу позначати в процесі вводу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87552" y="4828032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87552" y="4828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1554480" y="4791456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Наприкінці вивести підсумковий звіт по всій серії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92240" y="1481328"/>
            <a:ext cx="4892040" cy="384048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92240" y="1481328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Підказка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92240" y="1984248"/>
            <a:ext cx="4892040" cy="3337560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93408" y="2112264"/>
            <a:ext cx="4489704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T_MIN, T_MAX = -40.0, 60.0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int(input("Скільки вимірювань: "))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0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bad = 0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range(n):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 = float(input(f"Вимір {i + 1}: "))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+= t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i == 0 or t &lt; t_min: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t_min = t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...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ПОМИЛКИ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Чотири помилки саме цього заняття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Усі чотири трапляються в кожної групи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4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5120640" cy="1325880"/>
          </a:xfrm>
          <a:prstGeom prst="roundRect">
            <a:avLst>
              <a:gd name="adj" fmla="val 6207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159105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Накопичувач у циклі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193852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Змінна скидається на кожній ітерації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41401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0 має бути ДО циклу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481328"/>
            <a:ext cx="5120640" cy="1325880"/>
          </a:xfrm>
          <a:prstGeom prst="roundRect">
            <a:avLst>
              <a:gd name="adj" fmla="val 6207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55080" y="159105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Помилка на одиницю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193852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Права межа range не входить у діапазон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241401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range(1, 10) → 1…9, не 1…10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" y="2990088"/>
            <a:ext cx="5120640" cy="1325880"/>
          </a:xfrm>
          <a:prstGeom prst="roundRect">
            <a:avLst>
              <a:gd name="adj" fmla="val 6207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05840" y="309981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Нескінченний while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344728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Забули змінити змінну в тілі циклу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392277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+= 1  →  зупинка: Ctrl + 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2990088"/>
            <a:ext cx="5120640" cy="1325880"/>
          </a:xfrm>
          <a:prstGeom prst="roundRect">
            <a:avLst>
              <a:gd name="adj" fmla="val 6207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55080" y="309981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Зайвий рівень відступу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355080" y="344728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Рядок опинився в тілі циклу випадково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355080" y="392277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вивід після кожного кроку замість одного разу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77240" y="4572000"/>
            <a:ext cx="106070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51560" y="466344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перевірити цикл, не заплутавшись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497433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Запустіть цикл на трьох-чотирьох повтореннях і тимчасово виведіть значення всіх змінних на кожній ітерації. Побачивши проміжні числа, помилку знаходять за секунди.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ПІДСУМКИ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заняття та домашнє завдання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Домашнє здаємо у спосіб, погоджений на парі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4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5120640" cy="384048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48132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парі · demo_01 … demo_04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1984248"/>
            <a:ext cx="5120640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2176272"/>
            <a:ext cx="4572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чотири окремі файли, по одному на кожне завдання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кожен цикл перевірено на контрольній серії значень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накопичувачі створені до циклу, а не всередині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готові версії будуть у репозиторії після пари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63640" y="1481328"/>
            <a:ext cx="5120640" cy="384048"/>
          </a:xfrm>
          <a:prstGeom prst="roundRect">
            <a:avLst>
              <a:gd name="adj" fmla="val 21429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63640" y="148132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Домашнє · task_04.py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1984248"/>
            <a:ext cx="5120640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37960" y="2176272"/>
            <a:ext cx="4572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окреме завдання, не повторення того, що робили на парі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таблиця тарування датчика, статистика серії вимірювань, пошук першого перевищення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умова — у теці kik-praktykum/praktyka_04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термін — до початку наступного заняття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77240" y="4937760"/>
            <a:ext cx="1060704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93776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Матеріали курсу: github.com/hulevych93/Computer_Integrated_Systems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5742432"/>
            <a:ext cx="10543032" cy="548640"/>
          </a:xfrm>
          <a:prstGeom prst="roundRect">
            <a:avLst>
              <a:gd name="adj" fmla="val 15000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05840" y="5742432"/>
            <a:ext cx="10177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Наступне заняття: функції — як оформити готовий алгоритм для повторного використання.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2026-09-22T19:26:27Z</dcterms:created>
  <dcterms:modified xsi:type="dcterms:W3CDTF">2026-09-22T19:26:27Z</dcterms:modified>
</cp:coreProperties>
</file>